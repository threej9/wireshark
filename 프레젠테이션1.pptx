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F8BC4-B859-4A61-8B85-1A40DA15B79F}" v="64" dt="2020-07-12T11:26:48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제진[ 학부휴학 / 응용수리과학부 사이버보안전공 ]" userId="5158332e-97f3-4399-9e92-10f35fd29f87" providerId="ADAL" clId="{185F8BC4-B859-4A61-8B85-1A40DA15B79F}"/>
    <pc:docChg chg="custSel modSld">
      <pc:chgData name="조제진[ 학부휴학 / 응용수리과학부 사이버보안전공 ]" userId="5158332e-97f3-4399-9e92-10f35fd29f87" providerId="ADAL" clId="{185F8BC4-B859-4A61-8B85-1A40DA15B79F}" dt="2020-07-12T11:31:27.333" v="364" actId="207"/>
      <pc:docMkLst>
        <pc:docMk/>
      </pc:docMkLst>
      <pc:sldChg chg="modSp">
        <pc:chgData name="조제진[ 학부휴학 / 응용수리과학부 사이버보안전공 ]" userId="5158332e-97f3-4399-9e92-10f35fd29f87" providerId="ADAL" clId="{185F8BC4-B859-4A61-8B85-1A40DA15B79F}" dt="2020-07-12T11:31:27.333" v="364" actId="207"/>
        <pc:sldMkLst>
          <pc:docMk/>
          <pc:sldMk cId="3317658796" sldId="256"/>
        </pc:sldMkLst>
        <pc:graphicFrameChg chg="mod modGraphic">
          <ac:chgData name="조제진[ 학부휴학 / 응용수리과학부 사이버보안전공 ]" userId="5158332e-97f3-4399-9e92-10f35fd29f87" providerId="ADAL" clId="{185F8BC4-B859-4A61-8B85-1A40DA15B79F}" dt="2020-07-12T11:31:27.333" v="364" actId="207"/>
          <ac:graphicFrameMkLst>
            <pc:docMk/>
            <pc:sldMk cId="3317658796" sldId="256"/>
            <ac:graphicFrameMk id="4" creationId="{3300A5D4-0124-42C6-9DE9-EA5047E5266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DB400-7901-4A48-BFD8-748460C25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05F4F6-6033-4AC5-B083-CD1AE1979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465420-0F64-4F8A-AC10-862573E6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15ADB-980C-42CC-8B5D-2075BA14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BBD75C-294C-4E33-B12A-5F73D81B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40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690F7-3864-464C-846B-C76E485A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1AAAF-A2D0-4351-811F-7CDEDC675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F34A1-B968-4364-998D-3D9E658A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C8905-39DA-44C0-8880-0C923DE0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D475A-6631-4FEC-BE46-C6BF1440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56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43596-FF29-40DD-80AE-86F5BF82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FD28FA-F123-4939-8526-E9FD20026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601CD5-1273-42A2-AF50-3C695170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9068BA-EA91-4B12-9BBA-9F8D8F3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06832D-3287-4F25-BE0D-CDE5FC96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710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5BE27-E09A-4B5D-8832-903D1B68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CBC485-EF2D-44C3-BAD0-787CF3F96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7EA63A-8CA0-4DFE-BFEB-51ADCB01B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2E502B-F1E4-4777-9F7E-78C19A51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B23B0F-CCE9-424E-8BC1-E1E45836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243591-3B92-4EE4-B10A-BDD81DAB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24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D08EC9-C9EF-49E4-9CE4-3C6562EE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EEF01-7C1F-4BF7-8AD4-5971B0187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4C9A5A-BE73-45E0-A52A-C5A8F51AC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477010-7DF0-4EDF-8841-9D00AEE1F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EA319C-E681-4890-8143-0F6A7896F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D21A50-FEA1-4ABB-8E17-08A068AE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349EDD-6911-4B4A-93E3-FAE1C8F6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0DF68A-4FC4-4C17-89D7-74A8FDFA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84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86E55-2C54-4103-9446-6AEE0C4A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3636E5-F4B2-4825-98D4-2EA95237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A61E02-D4B0-4AFA-B9C2-557D2571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9C25BC-3E7E-4066-9558-E9A5523A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94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999F93-9DE5-4252-BAB9-F12DEDCA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1D2314-E8D7-458A-B960-DD3621C5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9A57B-34A1-4607-80F6-E8B106DB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66DCB-78C0-4BC8-9358-8C5C34F4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93BDC-6C69-46DE-BE65-2D1D608FB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1AF372-86B0-4602-9F1C-F2BA33F1B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D318B2-4498-4E56-9484-BE63DF11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FD9C5D-86A7-49B4-9FF3-DF513F63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F6967-1E19-417D-8CA6-3339FF4B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58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87433-4EF8-45C7-9534-BCFE69EF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0D977A-780B-47C5-9B82-7D5E1D032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C649BF-024D-4D0C-A977-EC064C554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043C06-D5EB-48FB-B10B-FDCB92C5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54E937-9FBA-4C4D-9ED2-0200131E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D56558-6622-41FE-BBC6-A704885E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44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6CE4F-3C60-4EDE-8861-E4FC9888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98B21B-D2D7-4122-8BF4-310BE2CD8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96B94-4C32-4D24-A553-EB7C186D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11CC0-5325-427B-998C-A5DB279C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6E74E-29B1-40EC-B710-82732231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33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6B41E3-9265-40E1-809F-73D5D357E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32E4C6-5DD4-4111-8513-A6566C1C9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315CDB-076E-4257-8F16-975624C8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E78608-AC2E-4966-9862-48ACAD30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7FD87-4BE5-4015-AE58-DFAC2E87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20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621438-1A55-4353-9127-3C9A67D0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3ADAEB-86F8-453C-8982-624DA1085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828A6D-6D95-4106-B98E-CA85E0915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20DC1-1B14-4695-B267-0A8C4D94AFBF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4C2F1-CE6D-4D17-B0CE-FA6E7E1B3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96B6C1-4E5C-4625-8F06-F83DB32A9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4AE4A-D15B-4D38-A6C8-466200133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78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07561-58D2-4A7A-8B1B-62348F16C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E76BCB-26C4-4011-BE5F-CE02650BB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300A5D4-0124-42C6-9DE9-EA5047E52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446343"/>
              </p:ext>
            </p:extLst>
          </p:nvPr>
        </p:nvGraphicFramePr>
        <p:xfrm>
          <a:off x="0" y="0"/>
          <a:ext cx="12192000" cy="688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95190477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3197786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4579241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0059992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80636226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Layer number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TCP/IP Layer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Other protocol</a:t>
                      </a:r>
                      <a:endParaRPr lang="ko-KR" altLang="en-US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11766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Application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SSH, FTP, Telnet, SMTP</a:t>
                      </a:r>
                    </a:p>
                    <a:p>
                      <a:pPr algn="ctr" latinLnBrk="1"/>
                      <a:r>
                        <a:rPr lang="en-US" altLang="ko-KR" sz="2600" dirty="0"/>
                        <a:t>POP3</a:t>
                      </a:r>
                    </a:p>
                    <a:p>
                      <a:pPr algn="ctr" latinLnBrk="1"/>
                      <a:endParaRPr lang="en-US" altLang="ko-KR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98801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Presentation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5311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Steve's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Session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7799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Transport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UDP, SCTP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154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Network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IPv6, ARP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76682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Data Link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HDLC, </a:t>
                      </a:r>
                      <a:r>
                        <a:rPr lang="en-US" altLang="ko-KR" sz="2600" dirty="0" err="1"/>
                        <a:t>Frame_Relay</a:t>
                      </a:r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54576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600" dirty="0"/>
                        <a:t>Physical</a:t>
                      </a:r>
                      <a:endParaRPr lang="ko-KR" altLang="en-US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31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658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47EFFC4B660294BB4C368CE4BE78E5E" ma:contentTypeVersion="9" ma:contentTypeDescription="새 문서를 만듭니다." ma:contentTypeScope="" ma:versionID="1ab766795d46a7e4146fbf86930c03d2">
  <xsd:schema xmlns:xsd="http://www.w3.org/2001/XMLSchema" xmlns:xs="http://www.w3.org/2001/XMLSchema" xmlns:p="http://schemas.microsoft.com/office/2006/metadata/properties" xmlns:ns3="5ccd284c-9987-4314-88ed-b7a055ed71b5" targetNamespace="http://schemas.microsoft.com/office/2006/metadata/properties" ma:root="true" ma:fieldsID="09ab93400cc257f76ca5175b5fd7ffd7" ns3:_="">
    <xsd:import namespace="5ccd284c-9987-4314-88ed-b7a055ed71b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cd284c-9987-4314-88ed-b7a055ed71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A96C08-DD08-4C30-B7B4-5A2BBD00C9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cd284c-9987-4314-88ed-b7a055ed71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15A628-C1EF-4FE3-97A7-B7FFD9BA0E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FD17E1-B5AB-40A2-9D66-4152891426AF}">
  <ds:schemaRefs>
    <ds:schemaRef ds:uri="http://www.w3.org/XML/1998/namespace"/>
    <ds:schemaRef ds:uri="http://schemas.microsoft.com/office/infopath/2007/PartnerControls"/>
    <ds:schemaRef ds:uri="5ccd284c-9987-4314-88ed-b7a055ed71b5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48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조제진[ 학부휴학 / 응용수리과학부 사이버보안전공 ]</dc:creator>
  <cp:lastModifiedBy>조제진[ 학부휴학 / 응용수리과학부 사이버보안전공 ]</cp:lastModifiedBy>
  <cp:revision>1</cp:revision>
  <dcterms:created xsi:type="dcterms:W3CDTF">2020-07-12T11:04:32Z</dcterms:created>
  <dcterms:modified xsi:type="dcterms:W3CDTF">2020-07-12T11:31:30Z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0x010100F47EFFC4B660294BB4C368CE4BE78E5E</vt:lpwstr>
  </property>
</Properties>
</file>